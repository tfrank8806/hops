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hOps Operations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Subscription Pitch |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hOps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Property teams juggle maintenance, housekeeping, schedules, and guest impact updates in siloed tools.</a:t>
            </a:r>
          </a:p>
          <a:p>
            <a:pPr>
              <a:defRPr sz="2000"/>
            </a:pPr>
            <a:r>
              <a:t>hOps unifies those workflows in a role-aware dashboard so issues surface sooner and staff react faster.</a:t>
            </a:r>
          </a:p>
          <a:p>
            <a:pPr>
              <a:defRPr sz="2000"/>
            </a:pPr>
            <a:r>
              <a:t>Subscriptions layer in admin controls, persona layouts, and support that keep multi-property portfolios aligned.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Configurable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Drag-and-drop widgets let each persona pin KPIs, pass-on cards, and PM trackers that matter most.</a:t>
            </a:r>
          </a:p>
          <a:p>
            <a:pPr>
              <a:defRPr sz="2000"/>
            </a:pPr>
            <a:r>
              <a:t>Saved layouts per persona mean engineering, housekeeping, and leadership each get an instant situational brief.</a:t>
            </a:r>
          </a:p>
          <a:p>
            <a:pPr>
              <a:defRPr sz="2000"/>
            </a:pPr>
            <a:r>
              <a:t>Dashboard controls capture adjustments without IT tickets, reducing rollout friction across properties.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Intelligence &amp; Knowledge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Ops Feed enables quick "Post Update" entries, threaded replies, and bookmarked shift learnings.</a:t>
            </a:r>
          </a:p>
          <a:p>
            <a:pPr>
              <a:defRPr sz="2000"/>
            </a:pPr>
            <a:r>
              <a:t>Pass On Logs highlight unread items and timestamps so incoming supervisors never miss a critical handoff.</a:t>
            </a:r>
          </a:p>
          <a:p>
            <a:pPr>
              <a:defRPr sz="2000"/>
            </a:pPr>
            <a:r>
              <a:t>Centralized shift history tightens accountability and helps teams coach to consistent brand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Orders &amp; Asset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Staff can submit or edit work orders, attach photos, and view evidence galleries inside one modal.</a:t>
            </a:r>
          </a:p>
          <a:p>
            <a:pPr>
              <a:defRPr sz="2000"/>
            </a:pPr>
            <a:r>
              <a:t>Attachment reminders ("Upload photos to add new attachments") drive richer documentation for every ticket.</a:t>
            </a:r>
          </a:p>
          <a:p>
            <a:pPr>
              <a:defRPr sz="2000"/>
            </a:pPr>
            <a:r>
              <a:t>Managers see live counts and status filters, shortening time-to-fix for guest-facing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Maintenance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Guided PM sessions log rooms, timing, and checklists with a single "Start new PM" control.</a:t>
            </a:r>
          </a:p>
          <a:p>
            <a:pPr>
              <a:defRPr sz="2000"/>
            </a:pPr>
            <a:r>
              <a:t>Room PM Log visualizes current, due soon, and overdue spaces against property frequency targets.</a:t>
            </a:r>
          </a:p>
          <a:p>
            <a:pPr>
              <a:defRPr sz="2000"/>
            </a:pPr>
            <a:r>
              <a:t>Managers can record manual completions when work happens off-checklist, keeping audit trails intact.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&amp; Scheduling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Real-time message center badges plus SignalR notifications alert teams to new conversations or alerts.</a:t>
            </a:r>
          </a:p>
          <a:p>
            <a:pPr>
              <a:defRPr sz="2000"/>
            </a:pPr>
            <a:r>
              <a:t>My Schedule widget surfaces upcoming shifts per property so associates can plan coverage proactively.</a:t>
            </a:r>
          </a:p>
          <a:p>
            <a:pPr>
              <a:defRPr sz="2000"/>
            </a:pPr>
            <a:r>
              <a:t>All communication stays linked to the dashboards staff already live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Tiered subscriptions unlock advanced widgets, automation hooks, and dedicated success resources.</a:t>
            </a:r>
          </a:p>
          <a:p>
            <a:pPr>
              <a:defRPr sz="2000"/>
            </a:pPr>
            <a:r>
              <a:t>30-day pilot available for one property?convert to annual billing with volume pricing after validation.</a:t>
            </a:r>
          </a:p>
          <a:p>
            <a:pPr>
              <a:defRPr sz="2000"/>
            </a:pPr>
            <a:r>
              <a:t>Next step: confirm scope, align rollout timeline, and countersign the subscription order 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